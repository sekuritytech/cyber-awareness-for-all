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70B18"/>
          </a:solidFill>
          <a:ln w="12700">
            <a:solidFill>
              <a:srgbClr val="070B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E5CC">
              <a:alpha val="8000"/>
            </a:srgbClr>
          </a:solidFill>
          <a:ln w="12700">
            <a:solidFill>
              <a:srgbClr val="00E5CC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286000"/>
            <a:ext cx="4572000" cy="4572000"/>
          </a:xfrm>
          <a:prstGeom prst="ellipse">
            <a:avLst/>
          </a:prstGeom>
          <a:solidFill>
            <a:srgbClr val="00E5CC">
              <a:alpha val="6000"/>
            </a:srgbClr>
          </a:solidFill>
          <a:ln w="12700">
            <a:solidFill>
              <a:srgbClr val="00E5CC">
                <a:alpha val="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0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7432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00E5CC"/>
                </a:solidFill>
              </a:rPr>
              <a:t>CYBERSHIELD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057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KIDS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27432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4D0E8"/>
                </a:solidFill>
              </a:rPr>
              <a:t>Digital Safety Awareness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2377440" cy="36576"/>
          </a:xfrm>
          <a:prstGeom prst="rect">
            <a:avLst/>
          </a:prstGeom>
          <a:solidFill>
            <a:srgbClr val="00E5CC">
              <a:alpha val="50000"/>
            </a:srgbClr>
          </a:solidFill>
          <a:ln w="12700">
            <a:solidFill>
              <a:srgbClr val="00E5CC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A3"/>
                </a:solidFill>
              </a:rPr>
              <a:t>For Children · Parents · Educators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</a:rPr>
              <a:t>awareness.sekuritytech.com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1005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4D0E8"/>
                </a:solidFill>
              </a:rPr>
              <a:t>The internet connects children to the world. But without awareness, it also exposes them to real dangers.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749040" y="2011680"/>
            <a:ext cx="4937760" cy="621792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2011680"/>
            <a:ext cx="73152" cy="62179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20756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E5CC"/>
                </a:solidFill>
              </a:rPr>
              <a:t>4.9B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6636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children online daily worldwide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49040" y="2743200"/>
            <a:ext cx="4937760" cy="621792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49040" y="2743200"/>
            <a:ext cx="73152" cy="62179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E5CC"/>
                </a:solidFill>
              </a:rPr>
              <a:t>1 in 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6636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kids face cyberbullying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49040" y="3474720"/>
            <a:ext cx="4937760" cy="621792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49040" y="3474720"/>
            <a:ext cx="73152" cy="62179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5387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E5CC"/>
                </a:solidFill>
              </a:rPr>
              <a:t>60%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16636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share personal info with strangers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49040" y="4206240"/>
            <a:ext cx="4937760" cy="621792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49040" y="4206240"/>
            <a:ext cx="73152" cy="62179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42702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E5CC"/>
                </a:solidFill>
              </a:rPr>
              <a:t>#1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16636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human error causes security breaches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E5CC"/>
                </a:solidFill>
              </a:rPr>
              <a:t>WHAT IS CYBER SAFETY?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More Than Just Passwords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00E5CC">
              <a:alpha val="30000"/>
            </a:srgbClr>
          </a:solidFill>
          <a:ln w="12700">
            <a:solidFill>
              <a:srgbClr val="00E5C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08760"/>
            <a:ext cx="1965960" cy="320040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508760"/>
            <a:ext cx="196596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645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Privacy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Controlling what personal information you share and who can access it online.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1508760"/>
            <a:ext cx="1965960" cy="320040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06040" y="1508760"/>
            <a:ext cx="196596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1645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69748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Awareness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97480" y="278892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Knowing the different types of threats that exist and how to recognise them.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508760"/>
            <a:ext cx="1965960" cy="320040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508760"/>
            <a:ext cx="196596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45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84632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Behaviour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278892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Acting responsibly, respectfully, and kindly in every digital interaction.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1508760"/>
            <a:ext cx="1965960" cy="320040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1508760"/>
            <a:ext cx="196596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1645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9516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Response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5160" y="2788920"/>
            <a:ext cx="1783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Knowing exactly what to do when something feels wrong or dangerous online.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FF5757"/>
                </a:solidFill>
              </a:rPr>
              <a:t>THREAT LANDSCAPE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8 Threats Every Child Faces Online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19659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371600"/>
            <a:ext cx="196596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4813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🎣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38912" y="208483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Phishing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1371600"/>
            <a:ext cx="19659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371600"/>
            <a:ext cx="196596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4813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😈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87752" y="208483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Grooming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19659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71600"/>
            <a:ext cx="19659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813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736592" y="208483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Cyberbullying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12280" y="1371600"/>
            <a:ext cx="19659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371600"/>
            <a:ext cx="19659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48132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🦠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85432" y="208483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Malware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19659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063240"/>
            <a:ext cx="196596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7296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38912" y="377647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Deepfakes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514600" y="3063240"/>
            <a:ext cx="19659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14600" y="3063240"/>
            <a:ext cx="196596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317296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587752" y="377647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Oversharing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3063240"/>
            <a:ext cx="19659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063240"/>
            <a:ext cx="19659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17296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736592" y="377647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Gaming Predators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12280" y="3063240"/>
            <a:ext cx="1965960" cy="15087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12280" y="3063240"/>
            <a:ext cx="19659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317296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885432" y="3776472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In-App Scams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🎣  Phishing &amp; Scams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4D0E8"/>
                </a:solidFill>
              </a:rPr>
              <a:t>How to Recognise a Fake Message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840480" cy="251460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3840480" cy="384048"/>
          </a:xfrm>
          <a:prstGeom prst="rect">
            <a:avLst/>
          </a:prstGeom>
          <a:solidFill>
            <a:srgbClr val="1C2840"/>
          </a:solidFill>
          <a:ln w="12700">
            <a:solidFill>
              <a:srgbClr val="1C2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5757"/>
                </a:solidFill>
              </a:rPr>
              <a:t>📧  From: security@amazzon-verify.net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757"/>
                </a:solidFill>
              </a:rPr>
              <a:t>⚠️ URGENT: Your account has been flagged!
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Click below IMMEDIATELY or your account will be deleted within 24 hours.
</a:t>
            </a:r>
            <a:pPr algn="l" indent="0" marL="0">
              <a:buNone/>
            </a:pPr>
            <a:r>
              <a:rPr lang="en-US" sz="1200" b="1" dirty="0">
                <a:solidFill>
                  <a:srgbClr val="00E5CC"/>
                </a:solidFill>
              </a:rPr>
              <a:t>[VERIFY NOW]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2011680" cy="621792"/>
          </a:xfrm>
          <a:prstGeom prst="rect">
            <a:avLst/>
          </a:prstGeom>
          <a:solidFill>
            <a:srgbClr val="2A1515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4264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❌ Fake sender domain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'amazzon' not 'amazon'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103120"/>
            <a:ext cx="2011680" cy="621792"/>
          </a:xfrm>
          <a:prstGeom prst="rect">
            <a:avLst/>
          </a:prstGeom>
          <a:solidFill>
            <a:srgbClr val="2A1515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1579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❌ Urgency tactic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'IMMEDIATELY / 24 hours'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834640"/>
            <a:ext cx="2011680" cy="621792"/>
          </a:xfrm>
          <a:prstGeom prst="rect">
            <a:avLst/>
          </a:prstGeom>
          <a:solidFill>
            <a:srgbClr val="2A1515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8895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❌ Fear trigger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'account will be deleted'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CC"/>
                </a:solidFill>
              </a:rPr>
              <a:t>What to do: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16642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🗑️ Delete the message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167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🔗 Never click the link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6700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📢 Tell a trusted adult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172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🔒 Check account via official site directly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023360"/>
            <a:ext cx="8321040" cy="777240"/>
          </a:xfrm>
          <a:prstGeom prst="rect">
            <a:avLst/>
          </a:prstGeom>
          <a:solidFill>
            <a:srgbClr val="1A0A0A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3308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757"/>
                </a:solidFill>
              </a:rPr>
              <a:t>🔑 Golden Rule: Real companies NEVER ask for your password via email, message, or pop-up. When in doubt — don't click.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😈  Online Grooming — Warning Signs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97480" cy="16916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151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269748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69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🤫 Secrecy Requests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4630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"Don't tell your parents" is the #1 grooming red flag. Trusted people never demand secrecy from your parents.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97480" cy="16916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151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960120"/>
            <a:ext cx="269748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069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🎁 Unexpected Gifts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7288" y="14630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Unsolicited game credits, items, or money create a sense of obligation and dependence.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960120"/>
            <a:ext cx="2697480" cy="16916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151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960120"/>
            <a:ext cx="269748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069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📸 Photo Requests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3368" y="14630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Any request for photos — even described as innocent — should be immediately reported to a parent.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2697480" cy="16916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151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834640"/>
            <a:ext cx="269748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 Moving Off-Platform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" y="33375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"Let's talk on WhatsApp instead" removes protective moderation and oversight.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834640"/>
            <a:ext cx="2697480" cy="16916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151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834640"/>
            <a:ext cx="269748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👫 Meeting in Person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47288" y="33375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Any suggestion to meet offline — regardless of how long you've known them — is a critical danger sign.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834640"/>
            <a:ext cx="2697480" cy="16916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151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834640"/>
            <a:ext cx="269748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2944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❤️ Overly Special Friendship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73368" y="33375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Making you feel uniquely understood, special, or like they're your only true friend is a grooming technique.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0B18"/>
                </a:solidFill>
              </a:rPr>
              <a:t>⭐  The 5 Golden Rules of Online Safety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65760" y="1024128"/>
            <a:ext cx="8412480" cy="713232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1133856"/>
            <a:ext cx="475488" cy="475488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8"/>
                </a:solidFill>
              </a:rPr>
              <a:t>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10881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Never share personal information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13898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Full name, home address, school, phone number, or daily schedule — with anyone online you haven't met in real life.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819656"/>
            <a:ext cx="8412480" cy="713232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1929384"/>
            <a:ext cx="475488" cy="47548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8"/>
                </a:solidFill>
              </a:rPr>
              <a:t>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18836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Think before you post, click, or share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1854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Ask: Would I be comfortable if a teacher or parent saw this? Once something is online, it can never be fully deleted.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615184"/>
            <a:ext cx="8412480" cy="713232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724912"/>
            <a:ext cx="475488" cy="475488"/>
          </a:xfrm>
          <a:prstGeom prst="ellipse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8"/>
                </a:solidFill>
              </a:rPr>
              <a:t>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05840" y="26791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Tell a trusted adult immediately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298094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If something online makes you uncomfortable, scared, or confused — stop and tell a parent, teacher, or counsellor. You will not get in trouble.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10712"/>
            <a:ext cx="8412480" cy="713232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520440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8"/>
                </a:solidFill>
              </a:rPr>
              <a:t>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05840" y="34747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strong, private passwords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37764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12+ characters, unique per account, with a mix of letters, numbers and symbols. Never share passwords — even with friends.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4315968"/>
            <a:ext cx="475488" cy="47548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0B18"/>
                </a:solidFill>
              </a:rPr>
              <a:t>5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005840" y="42702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 kind — online words cause real pain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840" y="45720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Treat others exactly how you'd want to be treated in real life. Cyberbullying has serious real-world consequences.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💬  Cyberbullying — What To 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What counts as cyberbullying?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19456" cy="219456"/>
          </a:xfrm>
          <a:prstGeom prst="ellipse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Sending mean or threatening messages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810512"/>
            <a:ext cx="219456" cy="219456"/>
          </a:xfrm>
          <a:prstGeom prst="ellipse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Sharing embarrassing photos without consent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340864"/>
            <a:ext cx="219456" cy="219456"/>
          </a:xfrm>
          <a:prstGeom prst="ellipse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Creating fake profiles to mock someone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871216"/>
            <a:ext cx="219456" cy="219456"/>
          </a:xfrm>
          <a:prstGeom prst="ellipse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Deliberately excluding from group chats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401568"/>
            <a:ext cx="219456" cy="219456"/>
          </a:xfrm>
          <a:prstGeom prst="ellipse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Spreading rumours or lies online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931920"/>
            <a:ext cx="219456" cy="219456"/>
          </a:xfrm>
          <a:prstGeom prst="ellipse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Posting hateful public comments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114800" cy="8778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41248"/>
            <a:ext cx="1005840" cy="877824"/>
          </a:xfrm>
          <a:prstGeom prst="rect">
            <a:avLst/>
          </a:prstGeom>
          <a:solidFill>
            <a:srgbClr val="1A1610"/>
          </a:solidFill>
          <a:ln w="12700">
            <a:solidFill>
              <a:srgbClr val="1A16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886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🛑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63440" y="1335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STOP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0" y="10972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Stop engaging. Do not reply.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874520"/>
            <a:ext cx="4114800" cy="8778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874520"/>
            <a:ext cx="1005840" cy="877824"/>
          </a:xfrm>
          <a:prstGeom prst="rect">
            <a:avLst/>
          </a:prstGeom>
          <a:solidFill>
            <a:srgbClr val="1A1610"/>
          </a:solidFill>
          <a:ln w="12700">
            <a:solidFill>
              <a:srgbClr val="1A16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920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63440" y="23682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SCREENSHOT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21305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Capture evidence before blocking.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2907792"/>
            <a:ext cx="4114800" cy="8778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907792"/>
            <a:ext cx="1005840" cy="877824"/>
          </a:xfrm>
          <a:prstGeom prst="rect">
            <a:avLst/>
          </a:prstGeom>
          <a:solidFill>
            <a:srgbClr val="1A1610"/>
          </a:solidFill>
          <a:ln w="12700">
            <a:solidFill>
              <a:srgbClr val="1A16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9535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3401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BLOCK &amp;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60720" y="316382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 platform tools to report.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3941064"/>
            <a:ext cx="4114800" cy="8778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941064"/>
            <a:ext cx="1005840" cy="877824"/>
          </a:xfrm>
          <a:prstGeom prst="rect">
            <a:avLst/>
          </a:prstGeom>
          <a:solidFill>
            <a:srgbClr val="1A1610"/>
          </a:solidFill>
          <a:ln w="12700">
            <a:solidFill>
              <a:srgbClr val="1A16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98678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66344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TELL AN ADULT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419709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Parent, teacher, or school counsellor.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🤖  AI, Deepfakes &amp; Misinformation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D0E8"/>
                </a:solidFill>
              </a:rPr>
              <a:t>The new frontier of online danger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078992"/>
            <a:ext cx="8229600" cy="36576"/>
          </a:xfrm>
          <a:prstGeom prst="rect">
            <a:avLst/>
          </a:prstGeom>
          <a:solidFill>
            <a:srgbClr val="00E5CC">
              <a:alpha val="40000"/>
            </a:srgbClr>
          </a:solidFill>
          <a:ln w="12700">
            <a:solidFill>
              <a:srgbClr val="00E5CC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234440"/>
            <a:ext cx="1965960" cy="342900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234440"/>
            <a:ext cx="1965960" cy="64008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3716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🎭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8640" y="20116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Deepfake Videos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487168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AI can superimpose anyone's face onto video footage. Realistic fake videos of children or adults can be created without consent.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1234440"/>
            <a:ext cx="1965960" cy="342900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06040" y="1234440"/>
            <a:ext cx="1965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13716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🎙️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697480" y="20116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Voice Cloning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2487168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Just 3 seconds of your voice is enough for AI to clone it. Scammers use cloned voices to fake emergencies and manipulate families.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1965960" cy="342900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234440"/>
            <a:ext cx="1965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3716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📰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846320" y="20116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Misinformation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2487168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Fake news articles, fabricated quotes, and manipulated images can go viral instantly. Always verify with a trusted source before sharing.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1234440"/>
            <a:ext cx="1965960" cy="342900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1234440"/>
            <a:ext cx="1965960" cy="6400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13716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995160" y="20116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Chatbots as Predators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2487168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Some bad actors use AI chatbots to simulate friendships with children. The chatbot seems understanding — but it's a tool for manipulation.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🎮  Online Gaming Safety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114800" cy="384048"/>
          </a:xfrm>
          <a:prstGeom prst="rect">
            <a:avLst/>
          </a:prstGeom>
          <a:solidFill>
            <a:srgbClr val="0A2E0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412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✅  SAFE GAMING HABITS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11480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Use a neutral username — no real name or 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65376"/>
            <a:ext cx="411480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Play only with verified real-life friends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432304"/>
            <a:ext cx="411480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87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Keep chat strictly game-related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99232"/>
            <a:ext cx="411480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54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Report offensive players immediately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566160"/>
            <a:ext cx="411480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210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Never click external links from other players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133088"/>
            <a:ext cx="411480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Get parent approval for any purchases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841248"/>
            <a:ext cx="4023360" cy="384048"/>
          </a:xfrm>
          <a:prstGeom prst="rect">
            <a:avLst/>
          </a:prstGeom>
          <a:solidFill>
            <a:srgbClr val="2E0A0A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841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757"/>
                </a:solidFill>
              </a:rPr>
              <a:t>❌  DANGER SIGNS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298448"/>
            <a:ext cx="402336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2E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53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✗  Sharing personal info in voice/text chat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865376"/>
            <a:ext cx="402336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2E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✗  Accepting gifts or money from strangers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432304"/>
            <a:ext cx="402336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2E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487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✗  Moving to private chat outside the game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2999232"/>
            <a:ext cx="402336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2E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✗  Agreeing to meet a 'gaming friend' in person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3566160"/>
            <a:ext cx="402336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2E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6210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✗  Giving account details for 'levelling up'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4133088"/>
            <a:ext cx="4023360" cy="493776"/>
          </a:xfrm>
          <a:prstGeom prst="rect">
            <a:avLst/>
          </a:prstGeom>
          <a:solidFill>
            <a:srgbClr val="162035"/>
          </a:solidFill>
          <a:ln w="12700">
            <a:solidFill>
              <a:srgbClr val="2E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187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✗  Downloading 'free' games from chat links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🔐  Password &amp; Device Safety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E5CC">
              <a:alpha val="30000"/>
            </a:srgbClr>
          </a:solidFill>
          <a:ln w="12700">
            <a:solidFill>
              <a:srgbClr val="00E5CC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E5CC"/>
                </a:solidFill>
              </a:rPr>
              <a:t>Building a Strong Password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" y="1389888"/>
            <a:ext cx="237744" cy="237744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389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8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D0E8"/>
                </a:solidFill>
              </a:rPr>
              <a:t>12+ characters minimum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" y="1938528"/>
            <a:ext cx="237744" cy="237744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938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8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1920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D0E8"/>
                </a:solidFill>
              </a:rPr>
              <a:t>Mix letters, numbers &amp; symbols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2487168"/>
            <a:ext cx="237744" cy="237744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8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468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D0E8"/>
                </a:solidFill>
              </a:rPr>
              <a:t>Never use birthdays or names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" y="3035808"/>
            <a:ext cx="237744" cy="237744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8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017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D0E8"/>
                </a:solidFill>
              </a:rPr>
              <a:t>Unique password per account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" y="3584448"/>
            <a:ext cx="237744" cy="237744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584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8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D0E8"/>
                </a:solidFill>
              </a:rPr>
              <a:t>Enable 2FA on every account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" y="4133088"/>
            <a:ext cx="237744" cy="237744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8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D0E8"/>
                </a:solidFill>
              </a:rPr>
              <a:t>Use a reputable password manager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4206240" cy="347472"/>
          </a:xfrm>
          <a:prstGeom prst="rect">
            <a:avLst/>
          </a:prstGeom>
          <a:solidFill>
            <a:srgbClr val="0D1E2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00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❌  john2012    →    ✅  J0hn@Gl0be#Secure!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914400"/>
            <a:ext cx="54864" cy="402336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Device &amp; Home Safety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937760" y="1371600"/>
            <a:ext cx="3749040" cy="4206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Parental controls on all devices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0" y="1874520"/>
            <a:ext cx="3749040" cy="4206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Safe Search ON in all browsers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2377440"/>
            <a:ext cx="3749040" cy="4206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Antivirus updated on all devices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37760" y="2880360"/>
            <a:ext cx="3749040" cy="4206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Wi-Fi uses WPA3 + strong password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37760" y="3383280"/>
            <a:ext cx="3749040" cy="4206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Charge devices outside bedroom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937760" y="3886200"/>
            <a:ext cx="3749040" cy="4206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OS and apps kept up to date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937760" y="4389120"/>
            <a:ext cx="3749040" cy="420624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4434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D0E8"/>
                </a:solidFill>
              </a:rPr>
              <a:t>✓  App permissions reviewed regularly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0B18"/>
                </a:solidFill>
              </a:rPr>
              <a:t>👨‍👩‍👧  Guide for Parents &amp; Educators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17373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188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 Conversations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Ask open questions regularly: 'What games are you playing? Who do you talk to online?' Create a safe space so children share problems without fear of punishment.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97480" cy="17373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1188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23360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Set Clear Family Rules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16459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Agree on: approved apps &amp; games, screen time limits, where devices can be used, and what to do if something goes wrong. Write it down together.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97480" cy="17373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27648" y="1188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1216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 Appropriately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16459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Use parental controls and check activity — but balance oversight with growing privacy needs. Trust builds transparency.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697480" cy="17373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108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136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 Regularly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5661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Threats evolve every 6–12 months. Review safety rules, check app settings, and update approved platforms as your child grows.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97480" cy="17373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3108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23360" y="3136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Engage the School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01568" y="35661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Work with teachers on digital citizenship education. Know the school's cyberbullying policy and reporting process.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697480" cy="173736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27648" y="3108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3136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Know What to Do in a Crisis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27648" y="35661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Keep helpline numbers accessible. India: 1098 · UK: 0800 1111 · USA: 1-800-843-5678 · India Cybercrime: cybercrime.gov.in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9144" cy="5143500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E5CC">
              <a:alpha val="6000"/>
            </a:srgbClr>
          </a:solidFill>
          <a:ln w="12700">
            <a:solidFill>
              <a:srgbClr val="00E5CC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A78BFA">
              <a:alpha val="6000"/>
            </a:srgbClr>
          </a:solidFill>
          <a:ln w="12700">
            <a:solidFill>
              <a:srgbClr val="A78BFA">
                <a:alpha val="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365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🌐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 Smart · Be Safe · Be Kind Online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" y="19202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4D0E8"/>
                </a:solidFill>
              </a:rPr>
              <a:t>Every click, share, and message is a choice. Make it a safe one.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1417320"/>
          </a:xfrm>
          <a:prstGeom prst="rect">
            <a:avLst/>
          </a:prstGeom>
          <a:solidFill>
            <a:srgbClr val="1620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5CC"/>
                </a:solidFill>
              </a:rPr>
              <a:t>📚  Free Resources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9443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🌐  awareness.sekuritytech.com  ·  Interactive module &amp; checklist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16382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🔗  childnet.com  ·  Childnet International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🔗  staysafeonline.org  ·  National Cybersecurity Alliance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60273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D0E8"/>
                </a:solidFill>
              </a:rPr>
              <a:t>🔗  cybercrime.gov.in  ·  India Cybercrime Reporting Portal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8229600" cy="804672"/>
          </a:xfrm>
          <a:prstGeom prst="rect">
            <a:avLst/>
          </a:prstGeom>
          <a:solidFill>
            <a:srgbClr val="1A0A0A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3308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757"/>
                </a:solidFill>
              </a:rPr>
              <a:t>🆘  Emergency Helplines: Childline India 1098 · Childline UK 0800 1111 · NCMEC USA 1-800-843-5678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 Kids — Digital Safety Awareness</dc:title>
  <dc:subject>PptxGenJS Presentation</dc:subject>
  <dc:creator>PptxGenJS</dc:creator>
  <cp:lastModifiedBy>PptxGenJS</cp:lastModifiedBy>
  <cp:revision>1</cp:revision>
  <dcterms:created xsi:type="dcterms:W3CDTF">2026-03-30T02:38:52Z</dcterms:created>
  <dcterms:modified xsi:type="dcterms:W3CDTF">2026-03-30T02:38:52Z</dcterms:modified>
</cp:coreProperties>
</file>